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d92f0a7c5994b5b" /><Relationship Type="http://schemas.openxmlformats.org/officeDocument/2006/relationships/extended-properties" Target="/docProps/app.xml" Id="Rb59931705e284367" /><Relationship Type="http://schemas.openxmlformats.org/officeDocument/2006/relationships/officeDocument" Target="/ppt/presentation.xml" Id="R6f3e5f795f70419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55b7b8815d84b06"/>
  </p:sldMasterIdLst>
  <p:notesMasterIdLst>
    <p:notesMasterId xmlns:r="http://schemas.openxmlformats.org/officeDocument/2006/relationships" r:id="R0f263643e7ba4cb0"/>
  </p:notesMasterIdLst>
  <p:sldIdLst>
    <p:sldId xmlns:r="http://schemas.openxmlformats.org/officeDocument/2006/relationships" id="256" r:id="Rbe8d61c3cec14e8e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5b7b8815d84b06" /><Relationship Type="http://schemas.openxmlformats.org/officeDocument/2006/relationships/theme" Target="/ppt/theme/theme1.xml" Id="Rf2ce585bebbd4347" /><Relationship Type="http://schemas.openxmlformats.org/officeDocument/2006/relationships/notesMaster" Target="/ppt/notesMasters/notesMaster1.xml" Id="R0f263643e7ba4cb0" /><Relationship Type="http://schemas.openxmlformats.org/officeDocument/2006/relationships/presProps" Target="/ppt/presProps.xml" Id="Rfe4ae9bee54e44d6" /><Relationship Type="http://schemas.openxmlformats.org/officeDocument/2006/relationships/viewProps" Target="/ppt/viewProps.xml" Id="R5d2f419427e94593" /><Relationship Type="http://schemas.openxmlformats.org/officeDocument/2006/relationships/tableStyles" Target="/ppt/tableStyles.xml" Id="R7865c0166ba94722" /><Relationship Type="http://schemas.openxmlformats.org/officeDocument/2006/relationships/slide" Target="/ppt/slides/slide1.xml" Id="Rbe8d61c3cec14e8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461b8f2a8154497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78ac23af64c48fa" /><Relationship Type="http://schemas.openxmlformats.org/officeDocument/2006/relationships/notesMaster" Target="/ppt/notesMasters/notesMaster1.xml" Id="R9ae645d5daf94d4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f5feb7a6354ca1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826c72e872aa42d4" /><Relationship Type="http://schemas.openxmlformats.org/officeDocument/2006/relationships/slideLayout" Target="/ppt/slideLayouts/slideLayout2.xml" Id="R0f3cc6a0fe60425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f3cc6a0fe60425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d7f2d1c72864aaf" /><Relationship Type="http://schemas.openxmlformats.org/officeDocument/2006/relationships/chart" Target="/ppt/slides/charts/chart1.xml" Id="R6a5b812b03744e4f" /><Relationship Type="http://schemas.openxmlformats.org/officeDocument/2006/relationships/notesSlide" Target="/ppt/notesSlides/notesSlide1.xml" Id="R3e45d04cc8244060" /></Relationships>
</file>

<file path=ppt/slides/charts/chart1.xml><?xml version="1.0" encoding="utf-8"?>
<c:chartSpace xmlns:c="http://schemas.openxmlformats.org/drawingml/2006/chart">
  <c:lang val="en-US"/>
  <c:roundedCorners val="0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/>
              <a:t>[object Object]</a:t>
            </a:r>
          </a:p>
        </c:rich>
      </c:tx>
      <c:overlay val="0"/>
    </c:title>
    <c:autoTitleDeleted val="0"/>
    <c:plotArea>
      <c:layout/>
      <c:barChart>
        <c:barDir val="col"/>
        <c:varyColors val="0"/>
        <c:ser>
          <c:idx val="0"/>
          <c:order val="0"/>
          <c:tx>
            <c:v>Points</c:v>
          </c:tx>
          <c:cat>
            <c:strLit>
              <c:ptCount val="3"/>
              <c:pt idx="0">
                <c:v>A</c:v>
              </c:pt>
              <c:pt idx="1">
                <c:v>B</c:v>
              </c:pt>
              <c:pt idx="2">
                <c:v>C</c:v>
              </c:pt>
            </c:strLit>
          </c:cat>
          <c:val>
            <c:numLit>
              <c:formatCode/>
              <c:ptCount val="3"/>
              <c:pt idx="0">
                <c:v>10</c:v>
              </c:pt>
              <c:pt idx="1">
                <c:v>20</c:v>
              </c:pt>
              <c:pt idx="2">
                <c:v>15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</c:plotArea>
    <c:legend>
      <c:legendPos val="b"/>
      <c:overlay val="0"/>
    </c:legend>
    <c:plotVisOnly val="1"/>
  </c:chart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">
            <a:extLst xmlns:a="http://schemas.openxmlformats.org/drawingml/2006/main">
              <a:ext uri="{FF2B5EF4-FFF2-40B4-BE49-F238E27FC236}">
                <a16:creationId xmlns:a16="http://schemas.microsoft.com/office/drawing/2014/main" id="{5DA19694-C895-4D52-8173-5A3AEA563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2000"/>
            <a:ext cx="16764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11827"/>
                </a:solidFill>
              </a:defRPr>
            </a:pPr>
            <a:r>
              <a:rPr sz="3600" b="1">
                <a:solidFill>
                  <a:srgbClr val="111827"/>
                </a:solidFill>
              </a:rPr>
              <a:t>Chart Test</a:t>
            </a:r>
          </a:p>
        </p:txBody>
      </p:sp>
      <p:graphicFrame>
        <p:nvGraphicFramePr>
          <p:cNvPr id="2" name="c"/>
          <p:cNvGraphicFramePr/>
          <p:nvPr/>
        </p:nvGraphicFramePr>
        <p:xfrm>
          <a:off xmlns:a="http://schemas.openxmlformats.org/drawingml/2006/main" x="762000" y="1596390"/>
          <a:ext xmlns:a="http://schemas.openxmlformats.org/drawingml/2006/main" cx="15240000" cy="6667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a5b812b03744e4f"/>
          </a:graphicData>
        </a:graphic>
      </p:graphicFrame>
    </p:spTree>
    <p:extLst>
      <p:ext uri="{BB962C8B-B14F-4D97-AF65-F5344CB8AC3E}">
        <p14:creationId xmlns:p14="http://schemas.microsoft.com/office/powerpoint/2010/main" val="65563820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2026-05-15T04:26:17.3070000Z</dcterms:created>
  <dcterms:modified xsi:type="dcterms:W3CDTF">2026-05-15T04:26:17.3070000Z</dcterms:modified>
</coreProperties>
</file>