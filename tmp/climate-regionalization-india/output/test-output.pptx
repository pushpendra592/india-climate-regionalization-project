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1a898f13984950" /><Relationship Type="http://schemas.openxmlformats.org/officeDocument/2006/relationships/extended-properties" Target="/docProps/app.xml" Id="Rd4aa200e56754943" /><Relationship Type="http://schemas.openxmlformats.org/officeDocument/2006/relationships/officeDocument" Target="/ppt/presentation.xml" Id="R3d2ca174bd2a46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8a1959454b4925"/>
  </p:sldMasterIdLst>
  <p:notesMasterIdLst>
    <p:notesMasterId xmlns:r="http://schemas.openxmlformats.org/officeDocument/2006/relationships" r:id="R04ca73a5cefd48eb"/>
  </p:notesMasterIdLst>
  <p:sldIdLst>
    <p:sldId xmlns:r="http://schemas.openxmlformats.org/officeDocument/2006/relationships" id="256" r:id="R8b0737d49db34a4b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8a1959454b4925" /><Relationship Type="http://schemas.openxmlformats.org/officeDocument/2006/relationships/theme" Target="/ppt/theme/theme1.xml" Id="R2a62bf1d67234206" /><Relationship Type="http://schemas.openxmlformats.org/officeDocument/2006/relationships/notesMaster" Target="/ppt/notesMasters/notesMaster1.xml" Id="R04ca73a5cefd48eb" /><Relationship Type="http://schemas.openxmlformats.org/officeDocument/2006/relationships/presProps" Target="/ppt/presProps.xml" Id="Rd13104e6865447e1" /><Relationship Type="http://schemas.openxmlformats.org/officeDocument/2006/relationships/viewProps" Target="/ppt/viewProps.xml" Id="Reb9c06fcae334392" /><Relationship Type="http://schemas.openxmlformats.org/officeDocument/2006/relationships/tableStyles" Target="/ppt/tableStyles.xml" Id="Rcce184cb2883470c" /><Relationship Type="http://schemas.openxmlformats.org/officeDocument/2006/relationships/slide" Target="/ppt/slides/slide1.xml" Id="R8b0737d49db34a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fabe9ecd2e640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774c76526f4c01" /><Relationship Type="http://schemas.openxmlformats.org/officeDocument/2006/relationships/notesMaster" Target="/ppt/notesMasters/notesMaster1.xml" Id="R836dfa8f43aa49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08eabf69dd420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704c0df9c0f41c2" /><Relationship Type="http://schemas.openxmlformats.org/officeDocument/2006/relationships/slideLayout" Target="/ppt/slideLayouts/slideLayout2.xml" Id="Rf4b7c7c007694d3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b7c7c007694d3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a91dacb388e4506" /><Relationship Type="http://schemas.openxmlformats.org/officeDocument/2006/relationships/notesSlide" Target="/ppt/notesSlides/notesSlide1.xml" Id="R9df7e063afa7451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44DBAF44-BCEE-4AA7-B124-80D8B964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6764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0F172A"/>
                </a:solidFill>
              </a:defRPr>
            </a:pPr>
            <a:r>
              <a:rPr sz="4500" b="1">
                <a:solidFill>
                  <a:srgbClr val="0F172A"/>
                </a:solidFill>
              </a:rPr>
              <a:t>Test Deck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671C8713-1C11-4800-863B-A92BFCBE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2828"/>
          </a:solidFill>
          <a:ln xmlns:a="http://schemas.openxmlformats.org/drawingml/2006/main" w="0">
            <a:solidFill>
              <a:srgbClr val="D62828"/>
            </a:solidFill>
            <a:prstDash val="solid"/>
          </a:ln>
        </p:spPr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E3B227D3-06DC-4C1F-A74F-EC3F29F6B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66900"/>
            <a:ext cx="16764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475569"/>
                </a:solidFill>
              </a:defRPr>
            </a:pPr>
            <a:r>
              <a:rPr sz="2250">
                <a:solidFill>
                  <a:srgbClr val="475569"/>
                </a:solidFill>
              </a:rPr>
              <a:t>This is a test slide export.</a:t>
            </a:r>
          </a:p>
        </p:txBody>
      </p:sp>
    </p:spTree>
    <p:extLst>
      <p:ext uri="{BB962C8B-B14F-4D97-AF65-F5344CB8AC3E}">
        <p14:creationId xmlns:p14="http://schemas.microsoft.com/office/powerpoint/2010/main" val="8850348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2026-05-15T04:26:01.4620000Z</dcterms:created>
  <dcterms:modified xsi:type="dcterms:W3CDTF">2026-05-15T04:26:01.4620000Z</dcterms:modified>
</coreProperties>
</file>